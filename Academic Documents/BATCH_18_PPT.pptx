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2" r:id="rId1"/>
  </p:sldMasterIdLst>
  <p:notesMasterIdLst>
    <p:notesMasterId r:id="rId16"/>
  </p:notesMasterIdLst>
  <p:sldIdLst>
    <p:sldId id="266" r:id="rId2"/>
    <p:sldId id="257" r:id="rId3"/>
    <p:sldId id="256" r:id="rId4"/>
    <p:sldId id="258" r:id="rId5"/>
    <p:sldId id="271" r:id="rId6"/>
    <p:sldId id="259" r:id="rId7"/>
    <p:sldId id="260" r:id="rId8"/>
    <p:sldId id="269" r:id="rId9"/>
    <p:sldId id="263" r:id="rId10"/>
    <p:sldId id="264" r:id="rId11"/>
    <p:sldId id="272" r:id="rId12"/>
    <p:sldId id="265" r:id="rId13"/>
    <p:sldId id="270" r:id="rId14"/>
    <p:sldId id="273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FE6DD0-E91F-484C-B56B-1560170F81FC}">
          <p14:sldIdLst>
            <p14:sldId id="266"/>
            <p14:sldId id="257"/>
            <p14:sldId id="256"/>
            <p14:sldId id="258"/>
            <p14:sldId id="271"/>
            <p14:sldId id="259"/>
            <p14:sldId id="260"/>
            <p14:sldId id="269"/>
          </p14:sldIdLst>
        </p14:section>
        <p14:section name="Untitled Section" id="{76A497C3-85F6-41C1-8686-9CAC0207AE62}">
          <p14:sldIdLst>
            <p14:sldId id="263"/>
            <p14:sldId id="264"/>
            <p14:sldId id="272"/>
            <p14:sldId id="265"/>
            <p14:sldId id="270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veen  Kumbar" initials="PK" lastIdx="1" clrIdx="0">
    <p:extLst>
      <p:ext uri="{19B8F6BF-5375-455C-9EA6-DF929625EA0E}">
        <p15:presenceInfo xmlns:p15="http://schemas.microsoft.com/office/powerpoint/2012/main" userId="S-1-5-21-1361786760-1004279327-1250628038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91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3T21:26:30.047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254C3-BBAE-44C1-A0BB-1CB88E5C24B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80C68-6FD8-47B6-820B-A7629F7DD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33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4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8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9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8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8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1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4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9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7401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2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486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23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71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7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2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  <p:sldLayoutId id="2147484164" r:id="rId12"/>
    <p:sldLayoutId id="2147484165" r:id="rId13"/>
    <p:sldLayoutId id="2147484166" r:id="rId14"/>
    <p:sldLayoutId id="2147484167" r:id="rId15"/>
    <p:sldLayoutId id="2147484168" r:id="rId16"/>
  </p:sldLayoutIdLst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text&#10;&#10;AI-generated content may be incorrect.">
            <a:extLst>
              <a:ext uri="{FF2B5EF4-FFF2-40B4-BE49-F238E27FC236}">
                <a16:creationId xmlns:a16="http://schemas.microsoft.com/office/drawing/2014/main" id="{6A90BA18-316B-3FAA-C3C0-6AC25FB56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512" y="276039"/>
            <a:ext cx="11887934" cy="165764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74DEE2-19CB-5C07-0AAB-E926BE4AEDBC}"/>
              </a:ext>
            </a:extLst>
          </p:cNvPr>
          <p:cNvSpPr txBox="1"/>
          <p:nvPr/>
        </p:nvSpPr>
        <p:spPr>
          <a:xfrm>
            <a:off x="1887416" y="2374273"/>
            <a:ext cx="10855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 PROJECT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BD98F-9608-411B-8E06-C0E7859EC8BB}"/>
              </a:ext>
            </a:extLst>
          </p:cNvPr>
          <p:cNvSpPr txBox="1"/>
          <p:nvPr/>
        </p:nvSpPr>
        <p:spPr>
          <a:xfrm>
            <a:off x="1561217" y="3267053"/>
            <a:ext cx="109845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Based Attendance System with Google Sheets using ESP8266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CF3B3-12AA-3CC6-5113-10B110B133E0}"/>
              </a:ext>
            </a:extLst>
          </p:cNvPr>
          <p:cNvSpPr txBox="1"/>
          <p:nvPr/>
        </p:nvSpPr>
        <p:spPr>
          <a:xfrm>
            <a:off x="633046" y="6200245"/>
            <a:ext cx="50226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Darshan B V                 2KA23EC009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Vivek 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Kumbar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            2KA24EC407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F2696-C38B-4820-A694-AFE8542A5178}"/>
              </a:ext>
            </a:extLst>
          </p:cNvPr>
          <p:cNvSpPr/>
          <p:nvPr/>
        </p:nvSpPr>
        <p:spPr>
          <a:xfrm>
            <a:off x="7856200" y="5803089"/>
            <a:ext cx="567830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Under the Guidance of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Mr.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ARUNAKUMAR S 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Assistant Professor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Department of ECE,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SKSVMACET,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Lakshmeshwar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329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172" y="433755"/>
            <a:ext cx="12022456" cy="65039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  <a:p>
            <a:pPr algn="just">
              <a:buSzPct val="115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Hardware and Software requirements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Advantages and Disadvantages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Applications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Expected Outcome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333" y="135467"/>
            <a:ext cx="12110297" cy="1873955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172" y="1277814"/>
            <a:ext cx="12022456" cy="640080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systems are time-consuming and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error-prone.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(Radio Frequency Identification) technology offers 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 efficient solution.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Wi-Fi module connects the system to the 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internet.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recorded automatically in Google Sheets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easy access and monitoring.</a:t>
            </a:r>
          </a:p>
          <a:p>
            <a:pPr marL="0" indent="0">
              <a:lnSpc>
                <a:spcPct val="150000"/>
              </a:lnSpc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89" y="395111"/>
            <a:ext cx="12166741" cy="1480581"/>
          </a:xfrm>
        </p:spPr>
        <p:txBody>
          <a:bodyPr/>
          <a:lstStyle/>
          <a:p>
            <a:pPr algn="l"/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9093" y="1688124"/>
            <a:ext cx="10352214" cy="488200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attendance marking system.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errors in attendance recording.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attendance updates through Google Sheets.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system cost-effective and user-friendly.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D260-C5AC-4F33-AB38-586E84E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3" y="110631"/>
            <a:ext cx="10316002" cy="1584960"/>
          </a:xfrm>
        </p:spPr>
        <p:txBody>
          <a:bodyPr/>
          <a:lstStyle/>
          <a:p>
            <a:r>
              <a:rPr lang="en-US" sz="4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4400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5CE392-F5A9-423B-9D71-7EE622F8DF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409873"/>
              </p:ext>
            </p:extLst>
          </p:nvPr>
        </p:nvGraphicFramePr>
        <p:xfrm>
          <a:off x="598309" y="993422"/>
          <a:ext cx="12316180" cy="7036745"/>
        </p:xfrm>
        <a:graphic>
          <a:graphicData uri="http://schemas.openxmlformats.org/drawingml/2006/table">
            <a:tbl>
              <a:tblPr/>
              <a:tblGrid>
                <a:gridCol w="3079045">
                  <a:extLst>
                    <a:ext uri="{9D8B030D-6E8A-4147-A177-3AD203B41FA5}">
                      <a16:colId xmlns:a16="http://schemas.microsoft.com/office/drawing/2014/main" val="3476366737"/>
                    </a:ext>
                  </a:extLst>
                </a:gridCol>
                <a:gridCol w="3079045">
                  <a:extLst>
                    <a:ext uri="{9D8B030D-6E8A-4147-A177-3AD203B41FA5}">
                      <a16:colId xmlns:a16="http://schemas.microsoft.com/office/drawing/2014/main" val="3804995188"/>
                    </a:ext>
                  </a:extLst>
                </a:gridCol>
                <a:gridCol w="3079045">
                  <a:extLst>
                    <a:ext uri="{9D8B030D-6E8A-4147-A177-3AD203B41FA5}">
                      <a16:colId xmlns:a16="http://schemas.microsoft.com/office/drawing/2014/main" val="1492342450"/>
                    </a:ext>
                  </a:extLst>
                </a:gridCol>
                <a:gridCol w="3079045">
                  <a:extLst>
                    <a:ext uri="{9D8B030D-6E8A-4147-A177-3AD203B41FA5}">
                      <a16:colId xmlns:a16="http://schemas.microsoft.com/office/drawing/2014/main" val="1702169491"/>
                    </a:ext>
                  </a:extLst>
                </a:gridCol>
              </a:tblGrid>
              <a:tr h="586068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Source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Technology Used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/ Contributions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6637"/>
                  </a:ext>
                </a:extLst>
              </a:tr>
              <a:tr h="114093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 (2021)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Based Attendance Monitoring System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IRJET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cards with MFRC522 reader; ESP8266 microcontroller for data transfer; local database logging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RFID systems reduce proxy attendance and time consumption compared to manual methods.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57308"/>
                  </a:ext>
                </a:extLst>
              </a:tr>
              <a:tr h="114093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Prasad (2022)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Based Smart Attendance System Using RFID and Cloud Integration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IJCA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ESP8266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integrated with RFID reader; data sent to cloud server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IoT-based attendance with real-time monitoring accessible from anywhere.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666741"/>
                  </a:ext>
                </a:extLst>
              </a:tr>
              <a:tr h="933481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Shinde (2020)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IoT Based Attendance Monitoring System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IJARCCE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ESP8266 + RFID sending data to Google Sheets via Google Apps Script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Google Sheets as a free and scalable storage platform for attendance data.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47845"/>
                  </a:ext>
                </a:extLst>
              </a:tr>
              <a:tr h="1230876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Viral Science Creativity (2021)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ESP8266 RFID Attendance System with Google Sheets (Tutorial)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step-by-step wiring + Arduino code + Google Apps Script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complete working prototype including circuit diagram, Arduino code, and Apps Script for integration.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22753"/>
                  </a:ext>
                </a:extLst>
              </a:tr>
              <a:tr h="863503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Hackster.io Project (2020)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Based RFID Attendance with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ESP8266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MFRC522 RFID Reader, Google Apps Script endpoint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Illustrated simplified data flow and open-source code for rapid deployment.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070297"/>
                  </a:ext>
                </a:extLst>
              </a:tr>
              <a:tr h="1140939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Arduino.cc Forum Discussions (2019–2023)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“Smart Attendance – RFID and Google Sheet” threads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Troubleshooting and optimization tips for ESP8266 HTTP/HTTPS requests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community-based improvements such as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HTTPSRedirect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 and error handling.</a:t>
                      </a:r>
                    </a:p>
                  </a:txBody>
                  <a:tcPr marL="30846" marR="30846" marT="15423" marB="1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6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37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351" y="218398"/>
            <a:ext cx="12022456" cy="2239106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Methodology </a:t>
            </a:r>
            <a:b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174" y="1419664"/>
            <a:ext cx="12022456" cy="51206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reader scans the student’s RFID card.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reads the card details and connects to Wi-Fi.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sent to a Google Apps Script linked with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Google Sheets.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 automatically updates attendance with 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time and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82063"/>
            <a:ext cx="12022456" cy="1781906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372258-D68A-4FFD-99B7-3EA5229CC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5929" y="2045431"/>
            <a:ext cx="6989317" cy="465772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E592-61BB-55C7-485C-33D80509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774" y="334758"/>
            <a:ext cx="12134118" cy="121182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Hardware and Software requirements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06C3CD5-A779-4364-8142-A3F4EF44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0508" y="1550920"/>
            <a:ext cx="10568870" cy="57868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Reader (RC522)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Tags / Cards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 &amp; Breadboard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endParaRPr lang="en-IN" dirty="0"/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Apps Script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</a:t>
            </a:r>
          </a:p>
          <a:p>
            <a:pPr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&amp; ESP8266 libraries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26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130" y="209197"/>
            <a:ext cx="12849226" cy="114886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Advantages</a:t>
            </a:r>
            <a:endParaRPr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A5427-2D16-13BF-CB4F-F2A70C651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2526" y="1495070"/>
            <a:ext cx="1168864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and accurate system.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cloud (Google Sheets).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human effort.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data storage.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BCC13-E296-BCAD-84B4-CDEEB900516D}"/>
              </a:ext>
            </a:extLst>
          </p:cNvPr>
          <p:cNvSpPr txBox="1"/>
          <p:nvPr/>
        </p:nvSpPr>
        <p:spPr>
          <a:xfrm>
            <a:off x="1574436" y="4142418"/>
            <a:ext cx="1148152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 sz="2000">
                <a:solidFill>
                  <a:srgbClr val="323232"/>
                </a:solidFill>
              </a:defRPr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RFID card availability.</a:t>
            </a:r>
          </a:p>
          <a:p>
            <a:pPr marL="914400" lvl="1" indent="-457200"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depends on RFID tag protection.</a:t>
            </a:r>
          </a:p>
          <a:p>
            <a:pPr marL="457200" indent="-457200"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endParaRPr lang="en-IN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656" y="56444"/>
            <a:ext cx="12022456" cy="2103119"/>
          </a:xfrm>
        </p:spPr>
        <p:txBody>
          <a:bodyPr/>
          <a:lstStyle/>
          <a:p>
            <a:pPr algn="l"/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510" y="1230922"/>
            <a:ext cx="12022456" cy="54981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and Colleges for student attendance.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 for employee entry monitoring.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for book issue/return tracking.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Laboratories and restricted areas access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65A566-DDF9-0031-C516-9FFF22BF1EB4}"/>
              </a:ext>
            </a:extLst>
          </p:cNvPr>
          <p:cNvSpPr txBox="1"/>
          <p:nvPr/>
        </p:nvSpPr>
        <p:spPr>
          <a:xfrm>
            <a:off x="2356338" y="468923"/>
            <a:ext cx="6658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13BCC-E3FA-EB2C-2BD7-84B28A98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16" y="1176809"/>
            <a:ext cx="10433538" cy="62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9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350" y="120707"/>
            <a:ext cx="12022456" cy="1817076"/>
          </a:xfrm>
        </p:spPr>
        <p:txBody>
          <a:bodyPr>
            <a:normAutofit/>
          </a:bodyPr>
          <a:lstStyle/>
          <a:p>
            <a:pPr algn="l"/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172" y="1254370"/>
            <a:ext cx="12849228" cy="432581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1800" b="1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with ESP8266 provides a low-cost, efficient, and 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reliable attendance system.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Google Sheets integration ensures transparency and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easy data handling.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widely implemented in educational institutions </a:t>
            </a:r>
          </a:p>
          <a:p>
            <a:pPr marL="0" indent="0">
              <a:buNone/>
              <a:defRPr sz="2000">
                <a:solidFill>
                  <a:srgbClr val="323232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organizations.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91A3-5BEC-49AD-B9E0-38FB84E2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245" y="187485"/>
            <a:ext cx="10576668" cy="158496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C215AB-DD65-4B69-BAED-5A2F854B4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0066" y="1349043"/>
            <a:ext cx="11855229" cy="849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K. Prasad, “IoT Based Smart Attendance System Using RFID and Cloud Integration,” International Journal of Computer Applications,       2022.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Sharma et al., “RFID Based Attendance Monitoring System,” International Research Journal of Engineering and Technology (IRJET), Vol. 8, Issue 6, 2021.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V. Shinde, “Implementation of IoT Based Attendance Monitoring System,” International Journal of Advanced Research in Computer and Communication Engineering, 2020.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855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29BD-D029-300F-7BDB-0D610B44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6904956"/>
          </a:xfrm>
        </p:spPr>
        <p:txBody>
          <a:bodyPr>
            <a:normAutofit/>
          </a:bodyPr>
          <a:lstStyle/>
          <a:p>
            <a:pPr algn="ctr"/>
            <a:br>
              <a:rPr lang="en-US" sz="15000"/>
            </a:br>
            <a:r>
              <a:rPr lang="en-US" sz="15000"/>
              <a:t>THANK YOU</a:t>
            </a:r>
            <a:endParaRPr lang="en-IN" sz="15000" dirty="0"/>
          </a:p>
        </p:txBody>
      </p:sp>
    </p:spTree>
    <p:extLst>
      <p:ext uri="{BB962C8B-B14F-4D97-AF65-F5344CB8AC3E}">
        <p14:creationId xmlns:p14="http://schemas.microsoft.com/office/powerpoint/2010/main" val="4696255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448</TotalTime>
  <Words>691</Words>
  <Application>Microsoft Office PowerPoint</Application>
  <PresentationFormat>Custom</PresentationFormat>
  <Paragraphs>136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PowerPoint Presentation</vt:lpstr>
      <vt:lpstr>PowerPoint Presentation</vt:lpstr>
      <vt:lpstr>Introduction</vt:lpstr>
      <vt:lpstr>Objectives</vt:lpstr>
      <vt:lpstr>Literature Survey </vt:lpstr>
      <vt:lpstr>Methodology  </vt:lpstr>
      <vt:lpstr>Block Diagram</vt:lpstr>
      <vt:lpstr>Hardware and Software requirements </vt:lpstr>
      <vt:lpstr>    Advantages</vt:lpstr>
      <vt:lpstr>Applications</vt:lpstr>
      <vt:lpstr>PowerPoint Presentation</vt:lpstr>
      <vt:lpstr>Conclusion</vt:lpstr>
      <vt:lpstr>References</vt:lpstr>
      <vt:lpstr>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Praveen Kumbar</dc:creator>
  <cp:keywords/>
  <dc:description>generated using python-pptx</dc:description>
  <cp:lastModifiedBy>vivek kumbar</cp:lastModifiedBy>
  <cp:revision>20</cp:revision>
  <dcterms:created xsi:type="dcterms:W3CDTF">2013-01-27T09:14:16Z</dcterms:created>
  <dcterms:modified xsi:type="dcterms:W3CDTF">2026-04-19T15:23:23Z</dcterms:modified>
  <cp:category/>
</cp:coreProperties>
</file>